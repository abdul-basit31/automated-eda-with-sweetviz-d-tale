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BEAFE"/>
                </a:solidFill>
              </a:defRPr>
            </a:pPr>
            <a:r>
              <a:t>A PRACTICAL EDA EXPERIMENT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7955279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Can EDA be made</a:t>
            </a:r>
            <a:br/>
            <a:r>
              <a:t>faster with Python tools?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3246120"/>
            <a:ext cx="7132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0">
                <a:solidFill>
                  <a:srgbClr val="CBD5E1"/>
                </a:solidFill>
              </a:defRPr>
            </a:pPr>
            <a:r>
              <a:t>Sweetviz + D-Tale vs. traditional exploration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1325880"/>
            <a:ext cx="3108960" cy="3977639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49640" y="16916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BEAFE"/>
                </a:solidFill>
              </a:defRPr>
            </a:pPr>
            <a:r>
              <a:t>DATASET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22402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10,000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272491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</a:defRPr>
            </a:pPr>
            <a:r>
              <a:t>records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9640" y="34290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49640" y="391363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</a:defRPr>
            </a:pPr>
            <a:r>
              <a:t>features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0807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BD5E1"/>
                </a:solidFill>
              </a:defRPr>
            </a:pPr>
            <a:r>
              <a:t>The goal: accelerate exploration without losing analytical thinking.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</a:defRPr>
            </a:pPr>
            <a:r>
              <a:t>01 •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900" b="1">
                <a:solidFill>
                  <a:srgbClr val="0F172A"/>
                </a:solidFill>
              </a:defRPr>
            </a:pPr>
            <a:r>
              <a:t>The experiment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8404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475569"/>
                </a:solidFill>
              </a:defRPr>
            </a:pPr>
            <a: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475569"/>
                </a:solidFill>
              </a:defRPr>
            </a:pPr>
            <a:r>
              <a:t>EDA • PYTHON • DATA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002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475569"/>
                </a:solidFill>
              </a:defRPr>
            </a:pPr>
            <a:r>
              <a:t>I wanted to test how much of the initial EDA process could be accelerated.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468880"/>
            <a:ext cx="242316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69748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15468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0F172A"/>
                </a:solidFill>
              </a:defRPr>
            </a:pPr>
            <a:r>
              <a:t>Load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65760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</a:defRPr>
            </a:pPr>
            <a:r>
              <a:t>Pandas DataFrame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20439" y="2468880"/>
            <a:ext cx="242316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49039" y="269748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315468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0F172A"/>
                </a:solidFill>
              </a:defRPr>
            </a:pPr>
            <a:r>
              <a:t>Automate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39" y="365760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</a:defRPr>
            </a:pPr>
            <a:r>
              <a:t>Sweetviz report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59" y="2468880"/>
            <a:ext cx="242316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59" y="269748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59" y="315468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0F172A"/>
                </a:solidFill>
              </a:defRPr>
            </a:pPr>
            <a:r>
              <a:t>Explore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59" y="365760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</a:defRPr>
            </a:pPr>
            <a:r>
              <a:t>D-Tale interface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98280" y="2468880"/>
            <a:ext cx="242316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0" y="269748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</a:defRPr>
            </a:pPr>
            <a: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0" y="315468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0F172A"/>
                </a:solidFill>
              </a:defRPr>
            </a:pPr>
            <a:r>
              <a:t>Validate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0" y="365760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</a:defRPr>
            </a:pPr>
            <a:r>
              <a:t>Python + context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</a:defRPr>
            </a:pPr>
            <a:r>
              <a:t>02 • 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900" b="1">
                <a:solidFill>
                  <a:srgbClr val="0F172A"/>
                </a:solidFill>
              </a:defRPr>
            </a:pPr>
            <a:r>
              <a:t>Two tools, two styles of exploration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8404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475569"/>
                </a:solidFill>
              </a:defRPr>
            </a:pPr>
            <a: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475569"/>
                </a:solidFill>
              </a:defRPr>
            </a:pPr>
            <a:r>
              <a:t>EDA • PYTHON • DATA ANALYTICS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5074920" cy="3886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05840" y="1874519"/>
            <a:ext cx="1188720" cy="347472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" y="1929384"/>
            <a:ext cx="960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2563EB"/>
                </a:solidFill>
              </a:defRPr>
            </a:pPr>
            <a:r>
              <a:t>AUTOMATED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514600"/>
            <a:ext cx="4297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</a:defRPr>
            </a:pPr>
            <a:r>
              <a:t>Sweetviz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246120"/>
            <a:ext cx="4251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475569"/>
                </a:solidFill>
              </a:defRPr>
            </a:pPr>
            <a:r>
              <a:t>Automated visual EDA and report-style overview.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34840"/>
            <a:ext cx="4297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</a:defRPr>
            </a:pPr>
            <a:r>
              <a:t>Best for a fast first-pass view of the data.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1600200"/>
            <a:ext cx="5074920" cy="3886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629400" y="1874519"/>
            <a:ext cx="1188720" cy="347472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39128" y="1929384"/>
            <a:ext cx="960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2563EB"/>
                </a:solidFill>
              </a:defRPr>
            </a:pPr>
            <a:r>
              <a:t>INTERACTIVE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2514600"/>
            <a:ext cx="4297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</a:defRPr>
            </a:pPr>
            <a:r>
              <a:t>D-Tale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3246120"/>
            <a:ext cx="4251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475569"/>
                </a:solidFill>
              </a:defRPr>
            </a:pPr>
            <a:r>
              <a:t>Interactive exploration of a Pandas DataFrame.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4434840"/>
            <a:ext cx="4297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</a:defRPr>
            </a:pPr>
            <a:r>
              <a:t>Best for a fast first-pass view of the data.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</a:defRPr>
            </a:pPr>
            <a:r>
              <a:t>03 • DATA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900" b="1">
                <a:solidFill>
                  <a:srgbClr val="0F172A"/>
                </a:solidFill>
              </a:defRPr>
            </a:pPr>
            <a:r>
              <a:t>Finding #1 — Missing values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8404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475569"/>
                </a:solidFill>
              </a:defRPr>
            </a:pPr>
            <a: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475569"/>
                </a:solidFill>
              </a:defRPr>
            </a:pPr>
            <a:r>
              <a:t>EDA • PYTHON • DATA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475569"/>
                </a:solidFill>
              </a:defRPr>
            </a:pPr>
            <a:r>
              <a:t>Around 3% missing values appeared in several columns.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423160"/>
            <a:ext cx="64008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624328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F172A"/>
                </a:solidFill>
              </a:defRPr>
            </a:pPr>
            <a:r>
              <a:t>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77840" y="2587752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300" b="1">
                <a:solidFill>
                  <a:srgbClr val="2563EB"/>
                </a:solidFill>
              </a:defRPr>
            </a:pPr>
            <a:r>
              <a:t>~300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657600"/>
            <a:ext cx="64008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858768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F172A"/>
                </a:solidFill>
              </a:defRPr>
            </a:pPr>
            <a:r>
              <a:t>satisfaction_score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7840" y="3822191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300" b="1">
                <a:solidFill>
                  <a:srgbClr val="2563EB"/>
                </a:solidFill>
              </a:defRPr>
            </a:pPr>
            <a:r>
              <a:t>~300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18120" y="1600200"/>
            <a:ext cx="3429000" cy="356616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60" y="19659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</a:defRPr>
            </a:pPr>
            <a:r>
              <a:t>WHY IT MATTERS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2514600"/>
            <a:ext cx="2651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F172A"/>
                </a:solidFill>
              </a:defRPr>
            </a:pPr>
            <a:r>
              <a:t>Automated reports make data-quality signals visible early — before modeling or deeper analysis.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</a:defRPr>
            </a:pPr>
            <a:r>
              <a:t>04 • ANOMALY SIGNAL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900" b="1">
                <a:solidFill>
                  <a:srgbClr val="0F172A"/>
                </a:solidFill>
              </a:defRPr>
            </a:pPr>
            <a:r>
              <a:t>Finding #2 — Potential extreme values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8404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475569"/>
                </a:solidFill>
              </a:defRPr>
            </a:pPr>
            <a: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475569"/>
                </a:solidFill>
              </a:defRPr>
            </a:pPr>
            <a:r>
              <a:t>EDA • PYTHON • DATA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475569"/>
                </a:solidFill>
              </a:defRPr>
            </a:pPr>
            <a:r>
              <a:t>monthly_charges raised a question worth investigating.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331720"/>
            <a:ext cx="3017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6517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75569"/>
                </a:solidFill>
              </a:defRPr>
            </a:pPr>
            <a:r>
              <a:t>MAXIMUM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15468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EA580C"/>
                </a:solidFill>
              </a:defRPr>
            </a:pPr>
            <a:r>
              <a:t>446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60520" y="2331720"/>
            <a:ext cx="3017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26517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75569"/>
                </a:solidFill>
              </a:defRPr>
            </a:pPr>
            <a:r>
              <a:t>95th PERCENTILE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315468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2563EB"/>
                </a:solidFill>
              </a:defRPr>
            </a:pPr>
            <a:r>
              <a:t>112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0" y="2331720"/>
            <a:ext cx="3657600" cy="1828800"/>
          </a:xfrm>
          <a:prstGeom prst="round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09560" y="26517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A580C"/>
                </a:solidFill>
              </a:defRPr>
            </a:pPr>
            <a:r>
              <a:t>QUESTION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9560" y="3154680"/>
            <a:ext cx="2880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F172A"/>
                </a:solidFill>
              </a:defRPr>
            </a:pPr>
            <a:r>
              <a:t>Real anomaly or valid value?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709160"/>
            <a:ext cx="10241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0F172A"/>
                </a:solidFill>
              </a:defRPr>
            </a:pPr>
            <a:r>
              <a:t>The tool surfaces the signal. The analyst must investigate the reason.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</a:defRPr>
            </a:pPr>
            <a:r>
              <a:t>05 •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900" b="1">
                <a:solidFill>
                  <a:srgbClr val="0F172A"/>
                </a:solidFill>
              </a:defRPr>
            </a:pPr>
            <a:r>
              <a:t>Finding #3 — Distribution &amp; categories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8404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475569"/>
                </a:solidFill>
              </a:defRPr>
            </a:pPr>
            <a: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475569"/>
                </a:solidFill>
              </a:defRPr>
            </a:pPr>
            <a:r>
              <a:t>EDA • PYTHON • DATA ANALYTICS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105156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60120" y="1856232"/>
            <a:ext cx="109728" cy="5303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17830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F172A"/>
                </a:solidFill>
              </a:defRPr>
            </a:pPr>
            <a:r>
              <a:t>support_calls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1783080"/>
            <a:ext cx="6217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475569"/>
                </a:solidFill>
              </a:defRPr>
            </a:pPr>
            <a:r>
              <a:t>Right-skewed distribution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017520"/>
            <a:ext cx="105156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60120" y="3273552"/>
            <a:ext cx="109728" cy="53035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0160" y="32004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F172A"/>
                </a:solidFill>
              </a:defRPr>
            </a:pPr>
            <a:r>
              <a:t>contract_type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3200400"/>
            <a:ext cx="6217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475569"/>
                </a:solidFill>
              </a:defRPr>
            </a:pPr>
            <a:r>
              <a:t>Month-to-month dominated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434840"/>
            <a:ext cx="105156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60120" y="4690872"/>
            <a:ext cx="109728" cy="53035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80160" y="46177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F172A"/>
                </a:solidFill>
              </a:defRPr>
            </a:pPr>
            <a:r>
              <a:t>churn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6240" y="4617720"/>
            <a:ext cx="6217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475569"/>
                </a:solidFill>
              </a:defRPr>
            </a:pPr>
            <a:r>
              <a:t>“No” was the majority class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</a:defRPr>
            </a:pPr>
            <a:r>
              <a:t>06 • EFFICIENCY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900" b="1">
                <a:solidFill>
                  <a:srgbClr val="0F172A"/>
                </a:solidFill>
              </a:defRPr>
            </a:pPr>
            <a:r>
              <a:t>Where automation actually helps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8404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475569"/>
                </a:solidFill>
              </a:defRPr>
            </a:pPr>
            <a: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475569"/>
                </a:solidFill>
              </a:defRPr>
            </a:pPr>
            <a:r>
              <a:t>EDA • PYTHON • DATA ANALYTICS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49834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1856232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6A34A"/>
                </a:solidFill>
              </a:defRPr>
            </a:pPr>
            <a: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81328" y="1783080"/>
            <a:ext cx="4023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</a:defRPr>
            </a:pPr>
            <a:r>
              <a:t>Faster first-pass exploration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80759" y="1600200"/>
            <a:ext cx="49834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36792" y="1856232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6A34A"/>
                </a:solidFill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30568" y="1783080"/>
            <a:ext cx="4023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</a:defRPr>
            </a:pPr>
            <a:r>
              <a:t>Less repetitive inspection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834640"/>
            <a:ext cx="49834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3090672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6A34A"/>
                </a:solidFill>
              </a:defRPr>
            </a:pPr>
            <a: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1328" y="3017520"/>
            <a:ext cx="4023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</a:defRPr>
            </a:pPr>
            <a:r>
              <a:t>Quick visual understanding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80759" y="2834640"/>
            <a:ext cx="49834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36792" y="3090672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6A34A"/>
                </a:solidFill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30568" y="3017520"/>
            <a:ext cx="4023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</a:defRPr>
            </a:pPr>
            <a:r>
              <a:t>Potential issues become easier to spot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069080"/>
            <a:ext cx="49834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7552" y="4325112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6A34A"/>
                </a:solidFill>
              </a:defRPr>
            </a:pPr>
            <a: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81328" y="4251960"/>
            <a:ext cx="4023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</a:defRPr>
            </a:pPr>
            <a:r>
              <a:t>Interactive investigation after the overview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</a:defRPr>
            </a:pPr>
            <a:r>
              <a:t>07 • THE LIMIT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900" b="1">
                <a:solidFill>
                  <a:srgbClr val="0F172A"/>
                </a:solidFill>
              </a:defRPr>
            </a:pPr>
            <a:r>
              <a:t>But automated EDA ≠ automated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8404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475569"/>
                </a:solidFill>
              </a:defRPr>
            </a:pPr>
            <a: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475569"/>
                </a:solidFill>
              </a:defRPr>
            </a:pPr>
            <a:r>
              <a:t>EDA • PYTHON • DATA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F172A"/>
                </a:solidFill>
              </a:defRPr>
            </a:pPr>
            <a:r>
              <a:t>A tool can show you what is happening. It does not automatically tell you why.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423160"/>
            <a:ext cx="4663440" cy="54864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53288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</a:defRPr>
            </a:pPr>
            <a:r>
              <a:t>Find a pattern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136391"/>
            <a:ext cx="4663440" cy="54864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2461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</a:defRPr>
            </a:pPr>
            <a:r>
              <a:t>Flag an anomaly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849624"/>
            <a:ext cx="4663440" cy="54864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9593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</a:defRPr>
            </a:pPr>
            <a:r>
              <a:t>Show a distribution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562856"/>
            <a:ext cx="4663440" cy="54864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672584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</a:defRPr>
            </a:pPr>
            <a:r>
              <a:t>Summarize a column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46520" y="2423160"/>
            <a:ext cx="4663440" cy="54864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20840" y="253288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</a:defRPr>
            </a:pPr>
            <a:r>
              <a:t>Validate it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46520" y="3136391"/>
            <a:ext cx="4663440" cy="54864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20840" y="32461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</a:defRPr>
            </a:pPr>
            <a:r>
              <a:t>Understand context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46520" y="3849624"/>
            <a:ext cx="4663440" cy="54864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20840" y="39593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</a:defRPr>
            </a:pPr>
            <a:r>
              <a:t>Choose the right treatment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46520" y="4562856"/>
            <a:ext cx="4663440" cy="54864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20840" y="4672584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</a:defRPr>
            </a:pPr>
            <a:r>
              <a:t>Ask the business question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34747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563EB"/>
                </a:solidFill>
              </a:defRPr>
            </a:pPr>
            <a:r>
              <a:t>→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</a:defRPr>
            </a:pPr>
            <a:r>
              <a:t>08 • MY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900" b="1">
                <a:solidFill>
                  <a:srgbClr val="0F172A"/>
                </a:solidFill>
              </a:defRPr>
            </a:pPr>
            <a:r>
              <a:t>A practical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8404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475569"/>
                </a:solidFill>
              </a:defRPr>
            </a:pPr>
            <a: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475569"/>
                </a:solidFill>
              </a:defRPr>
            </a:pPr>
            <a:r>
              <a:t>EDA • PYTHON • DATA ANALYTICS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828800"/>
            <a:ext cx="2514600" cy="28803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031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651760"/>
            <a:ext cx="2011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0F172A"/>
                </a:solidFill>
              </a:defRPr>
            </a:pPr>
            <a:r>
              <a:t>Automated overview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70332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</a:defRPr>
            </a:pPr>
            <a:r>
              <a:t>Sweetviz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1828800"/>
            <a:ext cx="2514600" cy="28803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03320" y="21031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2651760"/>
            <a:ext cx="2011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0F172A"/>
                </a:solidFill>
              </a:defRPr>
            </a:pPr>
            <a:r>
              <a:t>Interactive investigation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370332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</a:defRPr>
            </a:pPr>
            <a:r>
              <a:t>D-Tale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1828800"/>
            <a:ext cx="2514600" cy="28803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21031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651760"/>
            <a:ext cx="2011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0F172A"/>
                </a:solidFill>
              </a:defRPr>
            </a:pPr>
            <a:r>
              <a:t>Validate &amp; quantify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370332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</a:defRPr>
            </a:pPr>
            <a:r>
              <a:t>Pandas / Python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35440" y="1828800"/>
            <a:ext cx="2514600" cy="28803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64040" y="21031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64040" y="2651760"/>
            <a:ext cx="2011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0F172A"/>
                </a:solidFill>
              </a:defRPr>
            </a:pPr>
            <a:r>
              <a:t>Interpret &amp; decide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64040" y="370332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</a:defRPr>
            </a:pPr>
            <a:r>
              <a:t>Business context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</a:defRPr>
            </a:pPr>
            <a:r>
              <a:t>09 •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900" b="1">
                <a:solidFill>
                  <a:srgbClr val="0F172A"/>
                </a:solidFill>
              </a:defRPr>
            </a:pPr>
            <a:r>
              <a:t>The biggest takeaway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8404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475569"/>
                </a:solidFill>
              </a:defRPr>
            </a:pPr>
            <a: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475569"/>
                </a:solidFill>
              </a:defRPr>
            </a:pPr>
            <a:r>
              <a:t>EDA • PYTHON • DATA ANALYTICS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10515600" cy="34747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14884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DBEAFE"/>
                </a:solidFill>
              </a:defRPr>
            </a:pPr>
            <a:r>
              <a:t>AUTOMATION CAN ACCELERATE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743200"/>
            <a:ext cx="96012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900" b="1">
                <a:solidFill>
                  <a:srgbClr val="FFFFFF"/>
                </a:solidFill>
              </a:defRPr>
            </a:pPr>
            <a:r>
              <a:t>Exploration — but it doesn't replace the analyst.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16052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BD5E1"/>
                </a:solidFill>
              </a:defRPr>
            </a:pPr>
            <a:r>
              <a:t>The value is not just more charts. It is getting to better questions faster.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</a:defRPr>
            </a:pPr>
            <a:r>
              <a:t>10 •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900" b="1">
                <a:solidFill>
                  <a:srgbClr val="0F172A"/>
                </a:solidFill>
              </a:defRPr>
            </a:pPr>
            <a:r>
              <a:t>What do you prefer for EDA?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8404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475569"/>
                </a:solidFill>
              </a:defRPr>
            </a:pPr>
            <a: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475569"/>
                </a:solidFill>
              </a:defRPr>
            </a:pPr>
            <a:r>
              <a:t>EDA • PYTHON • DATA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002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F172A"/>
                </a:solidFill>
              </a:defRPr>
            </a:pPr>
            <a:r>
              <a:t>Traditional Python, Sweetviz, D-Tale — or a combination?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651760"/>
            <a:ext cx="24231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944368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Traditional Python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2651760"/>
            <a:ext cx="24231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1879" y="2944368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Sweetviz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651760"/>
            <a:ext cx="24231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2944368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D-Tale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0" y="2651760"/>
            <a:ext cx="24231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98280" y="2944368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Combination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343400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475569"/>
                </a:solidFill>
              </a:defRPr>
            </a:pPr>
            <a:r>
              <a:t>My preference: automated overview → interactive investigation → Python-based validation → meaningful analysis.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6692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#Python  #DataAnalysis  #EDA  #Sweetviz  #DTale  #DataScience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